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C485C4-E0BF-4F11-AD8F-BC84889C7A20}" v="19" dt="2023-12-22T01:40:02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LO Roberto" userId="5f5951a9-4997-4e8e-8b4c-3bf6b9a83fe0" providerId="ADAL" clId="{53C485C4-E0BF-4F11-AD8F-BC84889C7A20}"/>
    <pc:docChg chg="undo custSel addSld modSld">
      <pc:chgData name="ROLO Roberto" userId="5f5951a9-4997-4e8e-8b4c-3bf6b9a83fe0" providerId="ADAL" clId="{53C485C4-E0BF-4F11-AD8F-BC84889C7A20}" dt="2023-12-26T02:15:17.082" v="1338" actId="20577"/>
      <pc:docMkLst>
        <pc:docMk/>
      </pc:docMkLst>
      <pc:sldChg chg="delSp mod">
        <pc:chgData name="ROLO Roberto" userId="5f5951a9-4997-4e8e-8b4c-3bf6b9a83fe0" providerId="ADAL" clId="{53C485C4-E0BF-4F11-AD8F-BC84889C7A20}" dt="2023-12-16T07:26:13.347" v="1033" actId="478"/>
        <pc:sldMkLst>
          <pc:docMk/>
          <pc:sldMk cId="1907467160" sldId="256"/>
        </pc:sldMkLst>
        <pc:spChg chg="del">
          <ac:chgData name="ROLO Roberto" userId="5f5951a9-4997-4e8e-8b4c-3bf6b9a83fe0" providerId="ADAL" clId="{53C485C4-E0BF-4F11-AD8F-BC84889C7A20}" dt="2023-12-16T07:26:13.347" v="1033" actId="478"/>
          <ac:spMkLst>
            <pc:docMk/>
            <pc:sldMk cId="1907467160" sldId="256"/>
            <ac:spMk id="3" creationId="{275CB7D5-5290-6BF4-91D4-EBF83DC095DE}"/>
          </ac:spMkLst>
        </pc:spChg>
      </pc:sldChg>
      <pc:sldChg chg="modSp mod">
        <pc:chgData name="ROLO Roberto" userId="5f5951a9-4997-4e8e-8b4c-3bf6b9a83fe0" providerId="ADAL" clId="{53C485C4-E0BF-4F11-AD8F-BC84889C7A20}" dt="2023-12-16T07:04:13.740" v="81" actId="20577"/>
        <pc:sldMkLst>
          <pc:docMk/>
          <pc:sldMk cId="1947338365" sldId="257"/>
        </pc:sldMkLst>
        <pc:spChg chg="mod">
          <ac:chgData name="ROLO Roberto" userId="5f5951a9-4997-4e8e-8b4c-3bf6b9a83fe0" providerId="ADAL" clId="{53C485C4-E0BF-4F11-AD8F-BC84889C7A20}" dt="2023-12-16T07:04:13.740" v="81" actId="20577"/>
          <ac:spMkLst>
            <pc:docMk/>
            <pc:sldMk cId="1947338365" sldId="257"/>
            <ac:spMk id="3" creationId="{C897586F-9606-C10B-332B-95A004952D0C}"/>
          </ac:spMkLst>
        </pc:spChg>
      </pc:sldChg>
      <pc:sldChg chg="addSp delSp modSp mod">
        <pc:chgData name="ROLO Roberto" userId="5f5951a9-4997-4e8e-8b4c-3bf6b9a83fe0" providerId="ADAL" clId="{53C485C4-E0BF-4F11-AD8F-BC84889C7A20}" dt="2023-12-16T07:11:01.574" v="473" actId="20577"/>
        <pc:sldMkLst>
          <pc:docMk/>
          <pc:sldMk cId="3348704673" sldId="258"/>
        </pc:sldMkLst>
        <pc:spChg chg="del mod">
          <ac:chgData name="ROLO Roberto" userId="5f5951a9-4997-4e8e-8b4c-3bf6b9a83fe0" providerId="ADAL" clId="{53C485C4-E0BF-4F11-AD8F-BC84889C7A20}" dt="2023-12-16T07:05:31.947" v="115" actId="478"/>
          <ac:spMkLst>
            <pc:docMk/>
            <pc:sldMk cId="3348704673" sldId="258"/>
            <ac:spMk id="3" creationId="{F231B23A-A557-1A06-6DDD-22196F34583E}"/>
          </ac:spMkLst>
        </pc:spChg>
        <pc:spChg chg="add mod">
          <ac:chgData name="ROLO Roberto" userId="5f5951a9-4997-4e8e-8b4c-3bf6b9a83fe0" providerId="ADAL" clId="{53C485C4-E0BF-4F11-AD8F-BC84889C7A20}" dt="2023-12-16T07:11:01.574" v="473" actId="20577"/>
          <ac:spMkLst>
            <pc:docMk/>
            <pc:sldMk cId="3348704673" sldId="258"/>
            <ac:spMk id="4" creationId="{3A81533C-FEB3-CAC7-4230-9AF4071FEBEF}"/>
          </ac:spMkLst>
        </pc:spChg>
        <pc:spChg chg="add mod">
          <ac:chgData name="ROLO Roberto" userId="5f5951a9-4997-4e8e-8b4c-3bf6b9a83fe0" providerId="ADAL" clId="{53C485C4-E0BF-4F11-AD8F-BC84889C7A20}" dt="2023-12-16T07:10:47.027" v="449" actId="20577"/>
          <ac:spMkLst>
            <pc:docMk/>
            <pc:sldMk cId="3348704673" sldId="258"/>
            <ac:spMk id="5" creationId="{96AC2791-97D1-B075-7E97-966B29431DDC}"/>
          </ac:spMkLst>
        </pc:spChg>
      </pc:sldChg>
      <pc:sldChg chg="modSp mod">
        <pc:chgData name="ROLO Roberto" userId="5f5951a9-4997-4e8e-8b4c-3bf6b9a83fe0" providerId="ADAL" clId="{53C485C4-E0BF-4F11-AD8F-BC84889C7A20}" dt="2023-12-16T07:25:53.899" v="1031" actId="14100"/>
        <pc:sldMkLst>
          <pc:docMk/>
          <pc:sldMk cId="3644468759" sldId="259"/>
        </pc:sldMkLst>
        <pc:spChg chg="mod">
          <ac:chgData name="ROLO Roberto" userId="5f5951a9-4997-4e8e-8b4c-3bf6b9a83fe0" providerId="ADAL" clId="{53C485C4-E0BF-4F11-AD8F-BC84889C7A20}" dt="2023-12-16T07:25:53.899" v="1031" actId="14100"/>
          <ac:spMkLst>
            <pc:docMk/>
            <pc:sldMk cId="3644468759" sldId="259"/>
            <ac:spMk id="3" creationId="{05602791-7DBF-B247-2D48-973862D1A065}"/>
          </ac:spMkLst>
        </pc:spChg>
        <pc:picChg chg="mod">
          <ac:chgData name="ROLO Roberto" userId="5f5951a9-4997-4e8e-8b4c-3bf6b9a83fe0" providerId="ADAL" clId="{53C485C4-E0BF-4F11-AD8F-BC84889C7A20}" dt="2023-12-16T07:14:01.888" v="548" actId="1076"/>
          <ac:picMkLst>
            <pc:docMk/>
            <pc:sldMk cId="3644468759" sldId="259"/>
            <ac:picMk id="5" creationId="{302C0B2E-F9DF-62B2-2CF6-D47EF25F017D}"/>
          </ac:picMkLst>
        </pc:picChg>
      </pc:sldChg>
      <pc:sldChg chg="addSp delSp modSp mod">
        <pc:chgData name="ROLO Roberto" userId="5f5951a9-4997-4e8e-8b4c-3bf6b9a83fe0" providerId="ADAL" clId="{53C485C4-E0BF-4F11-AD8F-BC84889C7A20}" dt="2023-12-16T07:25:57.582" v="1032" actId="478"/>
        <pc:sldMkLst>
          <pc:docMk/>
          <pc:sldMk cId="3123251325" sldId="260"/>
        </pc:sldMkLst>
        <pc:spChg chg="del">
          <ac:chgData name="ROLO Roberto" userId="5f5951a9-4997-4e8e-8b4c-3bf6b9a83fe0" providerId="ADAL" clId="{53C485C4-E0BF-4F11-AD8F-BC84889C7A20}" dt="2023-12-16T07:25:57.582" v="1032" actId="478"/>
          <ac:spMkLst>
            <pc:docMk/>
            <pc:sldMk cId="3123251325" sldId="260"/>
            <ac:spMk id="3" creationId="{C97AE38D-6D79-799F-5C03-C11192F85DA3}"/>
          </ac:spMkLst>
        </pc:spChg>
        <pc:picChg chg="add mod">
          <ac:chgData name="ROLO Roberto" userId="5f5951a9-4997-4e8e-8b4c-3bf6b9a83fe0" providerId="ADAL" clId="{53C485C4-E0BF-4F11-AD8F-BC84889C7A20}" dt="2023-12-16T06:47:37" v="4" actId="1076"/>
          <ac:picMkLst>
            <pc:docMk/>
            <pc:sldMk cId="3123251325" sldId="260"/>
            <ac:picMk id="1026" creationId="{C76C76FD-F40D-C4B8-DCC9-9AA7C36D5FC2}"/>
          </ac:picMkLst>
        </pc:picChg>
      </pc:sldChg>
      <pc:sldChg chg="modSp new mod">
        <pc:chgData name="ROLO Roberto" userId="5f5951a9-4997-4e8e-8b4c-3bf6b9a83fe0" providerId="ADAL" clId="{53C485C4-E0BF-4F11-AD8F-BC84889C7A20}" dt="2023-12-16T07:20:02.413" v="853" actId="20577"/>
        <pc:sldMkLst>
          <pc:docMk/>
          <pc:sldMk cId="3497856568" sldId="261"/>
        </pc:sldMkLst>
        <pc:spChg chg="mod">
          <ac:chgData name="ROLO Roberto" userId="5f5951a9-4997-4e8e-8b4c-3bf6b9a83fe0" providerId="ADAL" clId="{53C485C4-E0BF-4F11-AD8F-BC84889C7A20}" dt="2023-12-16T07:15:10.757" v="617" actId="20577"/>
          <ac:spMkLst>
            <pc:docMk/>
            <pc:sldMk cId="3497856568" sldId="261"/>
            <ac:spMk id="2" creationId="{A7FF89CE-A2CD-6D52-4C35-986510C89724}"/>
          </ac:spMkLst>
        </pc:spChg>
        <pc:spChg chg="mod">
          <ac:chgData name="ROLO Roberto" userId="5f5951a9-4997-4e8e-8b4c-3bf6b9a83fe0" providerId="ADAL" clId="{53C485C4-E0BF-4F11-AD8F-BC84889C7A20}" dt="2023-12-16T07:20:02.413" v="853" actId="20577"/>
          <ac:spMkLst>
            <pc:docMk/>
            <pc:sldMk cId="3497856568" sldId="261"/>
            <ac:spMk id="3" creationId="{92579AF0-CA27-FCC2-2901-FBE2D56BC0E9}"/>
          </ac:spMkLst>
        </pc:spChg>
      </pc:sldChg>
      <pc:sldChg chg="modSp new mod">
        <pc:chgData name="ROLO Roberto" userId="5f5951a9-4997-4e8e-8b4c-3bf6b9a83fe0" providerId="ADAL" clId="{53C485C4-E0BF-4F11-AD8F-BC84889C7A20}" dt="2023-12-16T07:24:31.542" v="1030" actId="20577"/>
        <pc:sldMkLst>
          <pc:docMk/>
          <pc:sldMk cId="926072708" sldId="262"/>
        </pc:sldMkLst>
        <pc:spChg chg="mod">
          <ac:chgData name="ROLO Roberto" userId="5f5951a9-4997-4e8e-8b4c-3bf6b9a83fe0" providerId="ADAL" clId="{53C485C4-E0BF-4F11-AD8F-BC84889C7A20}" dt="2023-12-16T07:15:21.626" v="645" actId="20577"/>
          <ac:spMkLst>
            <pc:docMk/>
            <pc:sldMk cId="926072708" sldId="262"/>
            <ac:spMk id="2" creationId="{3EA8558A-AF6F-58A7-60F8-A4C8DC782EA9}"/>
          </ac:spMkLst>
        </pc:spChg>
        <pc:spChg chg="mod">
          <ac:chgData name="ROLO Roberto" userId="5f5951a9-4997-4e8e-8b4c-3bf6b9a83fe0" providerId="ADAL" clId="{53C485C4-E0BF-4F11-AD8F-BC84889C7A20}" dt="2023-12-16T07:24:31.542" v="1030" actId="20577"/>
          <ac:spMkLst>
            <pc:docMk/>
            <pc:sldMk cId="926072708" sldId="262"/>
            <ac:spMk id="3" creationId="{D5C8B085-6C8B-2F33-EA84-3051F5C7AB79}"/>
          </ac:spMkLst>
        </pc:spChg>
      </pc:sldChg>
      <pc:sldChg chg="modSp add mod">
        <pc:chgData name="ROLO Roberto" userId="5f5951a9-4997-4e8e-8b4c-3bf6b9a83fe0" providerId="ADAL" clId="{53C485C4-E0BF-4F11-AD8F-BC84889C7A20}" dt="2023-12-22T01:43:59.654" v="1236" actId="20577"/>
        <pc:sldMkLst>
          <pc:docMk/>
          <pc:sldMk cId="2303717991" sldId="263"/>
        </pc:sldMkLst>
        <pc:spChg chg="mod">
          <ac:chgData name="ROLO Roberto" userId="5f5951a9-4997-4e8e-8b4c-3bf6b9a83fe0" providerId="ADAL" clId="{53C485C4-E0BF-4F11-AD8F-BC84889C7A20}" dt="2023-12-22T01:42:06.226" v="1131" actId="20577"/>
          <ac:spMkLst>
            <pc:docMk/>
            <pc:sldMk cId="2303717991" sldId="263"/>
            <ac:spMk id="4" creationId="{3A81533C-FEB3-CAC7-4230-9AF4071FEBEF}"/>
          </ac:spMkLst>
        </pc:spChg>
        <pc:spChg chg="mod">
          <ac:chgData name="ROLO Roberto" userId="5f5951a9-4997-4e8e-8b4c-3bf6b9a83fe0" providerId="ADAL" clId="{53C485C4-E0BF-4F11-AD8F-BC84889C7A20}" dt="2023-12-22T01:43:59.654" v="1236" actId="20577"/>
          <ac:spMkLst>
            <pc:docMk/>
            <pc:sldMk cId="2303717991" sldId="263"/>
            <ac:spMk id="5" creationId="{96AC2791-97D1-B075-7E97-966B29431DDC}"/>
          </ac:spMkLst>
        </pc:spChg>
      </pc:sldChg>
      <pc:sldChg chg="modSp new mod">
        <pc:chgData name="ROLO Roberto" userId="5f5951a9-4997-4e8e-8b4c-3bf6b9a83fe0" providerId="ADAL" clId="{53C485C4-E0BF-4F11-AD8F-BC84889C7A20}" dt="2023-12-26T02:15:17.082" v="1338" actId="20577"/>
        <pc:sldMkLst>
          <pc:docMk/>
          <pc:sldMk cId="2247848780" sldId="264"/>
        </pc:sldMkLst>
        <pc:spChg chg="mod">
          <ac:chgData name="ROLO Roberto" userId="5f5951a9-4997-4e8e-8b4c-3bf6b9a83fe0" providerId="ADAL" clId="{53C485C4-E0BF-4F11-AD8F-BC84889C7A20}" dt="2023-12-26T02:13:45.078" v="1266" actId="20577"/>
          <ac:spMkLst>
            <pc:docMk/>
            <pc:sldMk cId="2247848780" sldId="264"/>
            <ac:spMk id="2" creationId="{B42B2FA7-09C6-5062-D8E5-C65A950FDB63}"/>
          </ac:spMkLst>
        </pc:spChg>
        <pc:spChg chg="mod">
          <ac:chgData name="ROLO Roberto" userId="5f5951a9-4997-4e8e-8b4c-3bf6b9a83fe0" providerId="ADAL" clId="{53C485C4-E0BF-4F11-AD8F-BC84889C7A20}" dt="2023-12-26T02:15:17.082" v="1338" actId="20577"/>
          <ac:spMkLst>
            <pc:docMk/>
            <pc:sldMk cId="2247848780" sldId="264"/>
            <ac:spMk id="3" creationId="{98EAE20C-8D5B-B59E-B4A4-AF50D842B55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7008-8CFC-6DB0-AECA-40195ECDE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D5A9C-0688-1B01-6030-60970ADE6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081CA-541E-6828-3841-007875FE9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1683-F7B1-48C8-99E3-AB7FB735AACF}" type="datetimeFigureOut">
              <a:rPr lang="en-US" smtClean="0"/>
              <a:t>12/26/2023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4A87E-F258-601B-2933-90FDA74F3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7EC8D-DD72-9707-1F8F-BA9646AD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99738-C09A-4213-90D0-637A9FB8C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691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4B3A-6DDE-D135-1DD6-C4F9DB9C4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E46DA-C0E1-6EF3-87FD-E3D3D8DC7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C89C0-AADD-2F1E-BC97-A7F5DD17A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1683-F7B1-48C8-99E3-AB7FB735AACF}" type="datetimeFigureOut">
              <a:rPr lang="en-US" smtClean="0"/>
              <a:t>12/26/2023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08EF3-16F6-592D-F603-431DF09F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F04A1-D154-4F26-57B5-7901AD7CC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99738-C09A-4213-90D0-637A9FB8C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352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77E6-532E-D262-38C4-C42AA1998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10C8E-F527-C279-4568-19C54866D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BD63F-62A9-C7DE-6317-B37FDF24C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1683-F7B1-48C8-99E3-AB7FB735AACF}" type="datetimeFigureOut">
              <a:rPr lang="en-US" smtClean="0"/>
              <a:t>12/26/2023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8F028-1149-61D7-AF82-EDE0B075F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00B45-112A-80A2-0927-A35A728BE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99738-C09A-4213-90D0-637A9FB8C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73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02A43-6218-8261-240A-B2BD20C72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0E354-3F4A-CB8B-5EF4-EBE128D4CF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500E2-4D74-AF16-7C19-C8AFA665A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13A82-864B-9F37-98CF-1185F5BE7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1683-F7B1-48C8-99E3-AB7FB735AACF}" type="datetimeFigureOut">
              <a:rPr lang="en-US" smtClean="0"/>
              <a:t>12/26/2023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B8BCD-2B56-4295-30DA-9FD4F023D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895D8-C831-8B3B-5901-60EBA75D9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99738-C09A-4213-90D0-637A9FB8C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8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4E28-D775-5329-56E3-B9FF271D2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50DE2-E925-3D6F-AA19-5DFB8D952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066F7-3DA2-97F7-D930-7B3137A55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342F10-357E-8116-D2FC-7780B6CA8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8CBC9B-63EC-B3B8-F5E4-36FCE0E778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2BC1CC-2B8C-50E1-50E0-E9BBC555C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1683-F7B1-48C8-99E3-AB7FB735AACF}" type="datetimeFigureOut">
              <a:rPr lang="en-US" smtClean="0"/>
              <a:t>12/26/2023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9043F0-86B4-E4CF-A9E2-353DC3F78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485971-B015-30D2-C66D-4CAF7AEB5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99738-C09A-4213-90D0-637A9FB8C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682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A226A-FD1F-83C3-511D-A34DE7CB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256255-C905-1177-21A6-BD4870CF3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1683-F7B1-48C8-99E3-AB7FB735AACF}" type="datetimeFigureOut">
              <a:rPr lang="en-US" smtClean="0"/>
              <a:t>12/26/2023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45525-73CE-54AA-9582-6BECB6229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F9405-5D38-AC1E-6BAB-CD8A7F0B2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99738-C09A-4213-90D0-637A9FB8C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92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14AF19-EBFD-E971-8DE7-218210681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1683-F7B1-48C8-99E3-AB7FB735AACF}" type="datetimeFigureOut">
              <a:rPr lang="en-US" smtClean="0"/>
              <a:t>12/26/2023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F12E14-C684-0429-F4FA-CE3BA6AB6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02794-F551-8600-4139-B1F506331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99738-C09A-4213-90D0-637A9FB8C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9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6B445-D2CE-F976-4F2D-BABB83A30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8BD76-2FE6-6810-154F-A8108C4FB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268E0-D464-164F-0451-B8886A6A2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EEDC7-0CA6-DD45-07C1-0AEDE7FAC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1683-F7B1-48C8-99E3-AB7FB735AACF}" type="datetimeFigureOut">
              <a:rPr lang="en-US" smtClean="0"/>
              <a:t>12/26/2023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548C3-DF98-093B-A0B1-E268E3835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61652-65A1-AFD7-CD70-0D388AED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99738-C09A-4213-90D0-637A9FB8C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3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19A3E-8E3C-2A80-96BC-E6049A45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2657D9-0967-2AD9-46EC-4C13558AA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C9770-2CFD-B0CE-C752-10E60D2F0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5695D-6670-7916-1318-965A1A59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1683-F7B1-48C8-99E3-AB7FB735AACF}" type="datetimeFigureOut">
              <a:rPr lang="en-US" smtClean="0"/>
              <a:t>12/26/2023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ABC1A-5EFC-E378-2AE7-01AC97431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C92FB-9F32-AFE3-F37E-FAECC7FE0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99738-C09A-4213-90D0-637A9FB8C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1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0225A-9FF6-BDCF-CF5A-E85EEEB63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2CFDC-923D-2FA6-4D0A-E8141DAAD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8F084-E866-8019-AC18-02D4B4AFA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1683-F7B1-48C8-99E3-AB7FB735AACF}" type="datetimeFigureOut">
              <a:rPr lang="en-US" smtClean="0"/>
              <a:t>12/26/2023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C1A74-1036-DD0A-D152-CB08DF8BF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AD229-28DA-4BB2-9AC8-51AAD0F1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99738-C09A-4213-90D0-637A9FB8C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2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CC27D-CA72-4B69-9D63-BF8681CF01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F2EAE0-2999-9209-21E5-E5A6BC9C6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90F91-8808-5181-550E-1808F272D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1683-F7B1-48C8-99E3-AB7FB735AACF}" type="datetimeFigureOut">
              <a:rPr lang="en-US" smtClean="0"/>
              <a:t>12/26/2023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84009-690B-9ABF-F7A3-9842480F4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07AD4-7FEA-A6CE-A444-E4A78B425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99738-C09A-4213-90D0-637A9FB8C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5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19330A-6E3A-911C-6E1A-F1E607CBA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FD373-D971-88A7-9DD8-C96500881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4B5EF-2401-A741-94D5-C7C33C5EE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D1683-F7B1-48C8-99E3-AB7FB735AACF}" type="datetimeFigureOut">
              <a:rPr lang="en-US" smtClean="0"/>
              <a:t>12/26/2023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7F7E8-98EE-98D6-E14E-E9D02B8FD2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2CF8B-C4FB-B5BB-A2D0-D29627E5C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99738-C09A-4213-90D0-637A9FB8C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87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naconda.com/" TargetMode="External"/><Relationship Id="rId2" Type="http://schemas.openxmlformats.org/officeDocument/2006/relationships/hyperlink" Target="http://www.python.or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DE30F-AA5F-335C-CDD9-6B10976FCE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introduction</a:t>
            </a:r>
          </a:p>
        </p:txBody>
      </p:sp>
    </p:spTree>
    <p:extLst>
      <p:ext uri="{BB962C8B-B14F-4D97-AF65-F5344CB8AC3E}">
        <p14:creationId xmlns:p14="http://schemas.microsoft.com/office/powerpoint/2010/main" val="1907467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7C901-9EE6-536C-8296-0F0C03CFE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7586F-9606-C10B-332B-95A004952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computer language is a formal language used to communicate with a computer.</a:t>
            </a:r>
          </a:p>
          <a:p>
            <a:r>
              <a:rPr lang="en-US" dirty="0"/>
              <a:t>Computers can only understand zeros and ones.</a:t>
            </a:r>
          </a:p>
          <a:p>
            <a:r>
              <a:rPr lang="en-US" dirty="0"/>
              <a:t>Compile or interpret the source code.</a:t>
            </a:r>
          </a:p>
        </p:txBody>
      </p:sp>
    </p:spTree>
    <p:extLst>
      <p:ext uri="{BB962C8B-B14F-4D97-AF65-F5344CB8AC3E}">
        <p14:creationId xmlns:p14="http://schemas.microsoft.com/office/powerpoint/2010/main" val="1947338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4565-EACF-40A9-62F7-D622F8E34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81533C-FEB3-CAC7-4230-9AF4071FEBEF}"/>
              </a:ext>
            </a:extLst>
          </p:cNvPr>
          <p:cNvSpPr txBox="1"/>
          <p:nvPr/>
        </p:nvSpPr>
        <p:spPr>
          <a:xfrm>
            <a:off x="6223518" y="1838131"/>
            <a:ext cx="51302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Interpreter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Single instruction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Slower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Less preparation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Interpreted every run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Needs the interpreter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Python; JavaScript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C2791-97D1-B075-7E97-966B29431DDC}"/>
              </a:ext>
            </a:extLst>
          </p:cNvPr>
          <p:cNvSpPr txBox="1"/>
          <p:nvPr/>
        </p:nvSpPr>
        <p:spPr>
          <a:xfrm>
            <a:off x="838201" y="1869715"/>
            <a:ext cx="51302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Compiler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Entire program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Faster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More preparation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Compiled once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Executable program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C++, Java</a:t>
            </a:r>
          </a:p>
        </p:txBody>
      </p:sp>
    </p:spTree>
    <p:extLst>
      <p:ext uri="{BB962C8B-B14F-4D97-AF65-F5344CB8AC3E}">
        <p14:creationId xmlns:p14="http://schemas.microsoft.com/office/powerpoint/2010/main" val="3348704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4565-EACF-40A9-62F7-D622F8E34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81533C-FEB3-CAC7-4230-9AF4071FEBEF}"/>
              </a:ext>
            </a:extLst>
          </p:cNvPr>
          <p:cNvSpPr txBox="1"/>
          <p:nvPr/>
        </p:nvSpPr>
        <p:spPr>
          <a:xfrm>
            <a:off x="6223518" y="1838131"/>
            <a:ext cx="513028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High level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Close to human language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Performance sacrifice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Abstracts hardware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C2791-97D1-B075-7E97-966B29431DDC}"/>
              </a:ext>
            </a:extLst>
          </p:cNvPr>
          <p:cNvSpPr txBox="1"/>
          <p:nvPr/>
        </p:nvSpPr>
        <p:spPr>
          <a:xfrm>
            <a:off x="838201" y="1869715"/>
            <a:ext cx="51302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Low level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Close to machine language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High performance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Requires deep understanding of </a:t>
            </a:r>
            <a:r>
              <a:rPr lang="en-US" sz="2800"/>
              <a:t>computer architecture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03717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A6033-C252-8761-EE12-1E99A6FF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02791-7DBF-B247-2D48-973862D1A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72190" cy="4351338"/>
          </a:xfrm>
        </p:spPr>
        <p:txBody>
          <a:bodyPr/>
          <a:lstStyle/>
          <a:p>
            <a:r>
              <a:rPr lang="en-US" dirty="0"/>
              <a:t>Ease to learn, read and write.</a:t>
            </a:r>
          </a:p>
          <a:p>
            <a:r>
              <a:rPr lang="en-US" dirty="0"/>
              <a:t>Versatility.</a:t>
            </a:r>
          </a:p>
          <a:p>
            <a:r>
              <a:rPr lang="en-US" dirty="0"/>
              <a:t>Large community.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2C0B2E-F9DF-62B2-2CF6-D47EF25F0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389" y="763880"/>
            <a:ext cx="4972190" cy="565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68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9B09C-DBB0-9F74-2DBD-6E1E9314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Python?</a:t>
            </a:r>
          </a:p>
        </p:txBody>
      </p:sp>
      <p:pic>
        <p:nvPicPr>
          <p:cNvPr id="1026" name="Picture 2" descr="The Incredible Growth of Python - Stack Overflow">
            <a:extLst>
              <a:ext uri="{FF2B5EF4-FFF2-40B4-BE49-F238E27FC236}">
                <a16:creationId xmlns:a16="http://schemas.microsoft.com/office/drawing/2014/main" id="{C76C76FD-F40D-C4B8-DCC9-9AA7C36D5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9249" y="1525045"/>
            <a:ext cx="5793501" cy="496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251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F89CE-A2CD-6D52-4C35-986510C89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79AF0-CA27-FCC2-2901-FBE2D56BC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www.python.org</a:t>
            </a:r>
            <a:endParaRPr lang="en-US" dirty="0"/>
          </a:p>
          <a:p>
            <a:pPr lvl="1"/>
            <a:r>
              <a:rPr lang="en-US" dirty="0"/>
              <a:t>Interpreter only</a:t>
            </a:r>
          </a:p>
          <a:p>
            <a:r>
              <a:rPr lang="en-US" dirty="0">
                <a:hlinkClick r:id="rId3"/>
              </a:rPr>
              <a:t>www.anaconda.com</a:t>
            </a:r>
            <a:endParaRPr lang="en-US" dirty="0"/>
          </a:p>
          <a:p>
            <a:pPr lvl="1"/>
            <a:r>
              <a:rPr lang="en-US" dirty="0"/>
              <a:t>Tools and packages for scientific computing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856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558A-AF6F-58A7-60F8-A4C8DC78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8B085-6C8B-2F33-EA84-3051F5C7A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your code directly to the interpreter.</a:t>
            </a:r>
          </a:p>
          <a:p>
            <a:r>
              <a:rPr lang="en-US" dirty="0"/>
              <a:t>Execute a .</a:t>
            </a:r>
            <a:r>
              <a:rPr lang="en-US" dirty="0" err="1"/>
              <a:t>py</a:t>
            </a:r>
            <a:r>
              <a:rPr lang="en-US" dirty="0"/>
              <a:t> file.</a:t>
            </a:r>
          </a:p>
          <a:p>
            <a:r>
              <a:rPr lang="en-US" dirty="0"/>
              <a:t>Use a </a:t>
            </a:r>
            <a:r>
              <a:rPr lang="en-US" dirty="0" err="1"/>
              <a:t>Jupyter</a:t>
            </a:r>
            <a:r>
              <a:rPr lang="en-US" dirty="0"/>
              <a:t> notebook.</a:t>
            </a:r>
          </a:p>
        </p:txBody>
      </p:sp>
    </p:spTree>
    <p:extLst>
      <p:ext uri="{BB962C8B-B14F-4D97-AF65-F5344CB8AC3E}">
        <p14:creationId xmlns:p14="http://schemas.microsoft.com/office/powerpoint/2010/main" val="926072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B2FA7-09C6-5062-D8E5-C65A950FD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AE20C-8D5B-B59E-B4A4-AF50D842B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pip/</a:t>
            </a:r>
            <a:r>
              <a:rPr lang="en-US" dirty="0" err="1"/>
              <a:t>conda</a:t>
            </a:r>
            <a:r>
              <a:rPr lang="en-US" dirty="0"/>
              <a:t> install &lt;package&gt;</a:t>
            </a:r>
          </a:p>
          <a:p>
            <a:r>
              <a:rPr lang="en-US" dirty="0"/>
              <a:t>pip/</a:t>
            </a:r>
            <a:r>
              <a:rPr lang="en-US" dirty="0" err="1"/>
              <a:t>conda</a:t>
            </a:r>
            <a:r>
              <a:rPr lang="en-US" dirty="0"/>
              <a:t> </a:t>
            </a:r>
            <a:r>
              <a:rPr lang="en-US"/>
              <a:t>uninstall &lt;package&gt;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848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5376da3-e492-4a52-9d5c-dace9df18b46}" enabled="0" method="" siteId="{d5376da3-e492-4a52-9d5c-dace9df18b4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167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Python introduction</vt:lpstr>
      <vt:lpstr>Programming language</vt:lpstr>
      <vt:lpstr>Programming language</vt:lpstr>
      <vt:lpstr>Programming language</vt:lpstr>
      <vt:lpstr>Why Python?</vt:lpstr>
      <vt:lpstr>Why Python?</vt:lpstr>
      <vt:lpstr>Installing</vt:lpstr>
      <vt:lpstr>Running</vt:lpstr>
      <vt:lpstr>Installing packages</vt:lpstr>
    </vt:vector>
  </TitlesOfParts>
  <Company>Eramet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introduction</dc:title>
  <dc:creator>ROLO Roberto</dc:creator>
  <cp:lastModifiedBy>ROLO Roberto</cp:lastModifiedBy>
  <cp:revision>1</cp:revision>
  <dcterms:created xsi:type="dcterms:W3CDTF">2023-12-16T06:14:10Z</dcterms:created>
  <dcterms:modified xsi:type="dcterms:W3CDTF">2023-12-26T02:15:18Z</dcterms:modified>
</cp:coreProperties>
</file>